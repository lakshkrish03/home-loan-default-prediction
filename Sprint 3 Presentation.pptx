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6" r:id="rId10"/>
    <p:sldId id="267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38AC21-01E3-4810-9ADE-3C447D258A4B}" v="7" dt="2024-09-07T14:00:12.8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Krishnan" userId="7ce111160f810344" providerId="LiveId" clId="{E638AC21-01E3-4810-9ADE-3C447D258A4B}"/>
    <pc:docChg chg="custSel addSld delSld modSld">
      <pc:chgData name="Lakshmi Krishnan" userId="7ce111160f810344" providerId="LiveId" clId="{E638AC21-01E3-4810-9ADE-3C447D258A4B}" dt="2024-09-07T14:02:28.600" v="232" actId="20577"/>
      <pc:docMkLst>
        <pc:docMk/>
      </pc:docMkLst>
      <pc:sldChg chg="modSp mod">
        <pc:chgData name="Lakshmi Krishnan" userId="7ce111160f810344" providerId="LiveId" clId="{E638AC21-01E3-4810-9ADE-3C447D258A4B}" dt="2024-09-07T13:58:34.639" v="101" actId="313"/>
        <pc:sldMkLst>
          <pc:docMk/>
          <pc:sldMk cId="2472442558" sldId="256"/>
        </pc:sldMkLst>
        <pc:spChg chg="mod">
          <ac:chgData name="Lakshmi Krishnan" userId="7ce111160f810344" providerId="LiveId" clId="{E638AC21-01E3-4810-9ADE-3C447D258A4B}" dt="2024-09-07T13:58:34.639" v="101" actId="313"/>
          <ac:spMkLst>
            <pc:docMk/>
            <pc:sldMk cId="2472442558" sldId="256"/>
            <ac:spMk id="3" creationId="{B5D13EBB-4DB9-C751-EEF4-07524602C6FF}"/>
          </ac:spMkLst>
        </pc:spChg>
      </pc:sldChg>
      <pc:sldChg chg="addSp modSp mod">
        <pc:chgData name="Lakshmi Krishnan" userId="7ce111160f810344" providerId="LiveId" clId="{E638AC21-01E3-4810-9ADE-3C447D258A4B}" dt="2024-09-07T14:02:28.600" v="232" actId="20577"/>
        <pc:sldMkLst>
          <pc:docMk/>
          <pc:sldMk cId="3371970427" sldId="259"/>
        </pc:sldMkLst>
        <pc:spChg chg="add">
          <ac:chgData name="Lakshmi Krishnan" userId="7ce111160f810344" providerId="LiveId" clId="{E638AC21-01E3-4810-9ADE-3C447D258A4B}" dt="2024-09-07T14:00:03.379" v="102"/>
          <ac:spMkLst>
            <pc:docMk/>
            <pc:sldMk cId="3371970427" sldId="259"/>
            <ac:spMk id="3" creationId="{A671BE2F-19A1-14CA-F8F1-1CF1B9BD1E6C}"/>
          </ac:spMkLst>
        </pc:spChg>
        <pc:spChg chg="mod">
          <ac:chgData name="Lakshmi Krishnan" userId="7ce111160f810344" providerId="LiveId" clId="{E638AC21-01E3-4810-9ADE-3C447D258A4B}" dt="2024-09-07T14:02:28.600" v="232" actId="20577"/>
          <ac:spMkLst>
            <pc:docMk/>
            <pc:sldMk cId="3371970427" sldId="259"/>
            <ac:spMk id="4" creationId="{038AFB77-9D79-B242-1453-F0CF0153F4DB}"/>
          </ac:spMkLst>
        </pc:spChg>
        <pc:spChg chg="add mod">
          <ac:chgData name="Lakshmi Krishnan" userId="7ce111160f810344" providerId="LiveId" clId="{E638AC21-01E3-4810-9ADE-3C447D258A4B}" dt="2024-09-07T14:00:12.898" v="103"/>
          <ac:spMkLst>
            <pc:docMk/>
            <pc:sldMk cId="3371970427" sldId="259"/>
            <ac:spMk id="5" creationId="{4D85643A-5F60-4858-415C-64563CAFDF52}"/>
          </ac:spMkLst>
        </pc:spChg>
      </pc:sldChg>
      <pc:sldChg chg="addSp delSp modSp mod">
        <pc:chgData name="Lakshmi Krishnan" userId="7ce111160f810344" providerId="LiveId" clId="{E638AC21-01E3-4810-9ADE-3C447D258A4B}" dt="2024-09-07T13:54:46.254" v="19" actId="1076"/>
        <pc:sldMkLst>
          <pc:docMk/>
          <pc:sldMk cId="4223125420" sldId="264"/>
        </pc:sldMkLst>
        <pc:spChg chg="mod">
          <ac:chgData name="Lakshmi Krishnan" userId="7ce111160f810344" providerId="LiveId" clId="{E638AC21-01E3-4810-9ADE-3C447D258A4B}" dt="2024-09-07T13:30:19.553" v="0" actId="20577"/>
          <ac:spMkLst>
            <pc:docMk/>
            <pc:sldMk cId="4223125420" sldId="264"/>
            <ac:spMk id="2" creationId="{8A695063-6152-7B7B-7ABA-2CAA4636B74A}"/>
          </ac:spMkLst>
        </pc:spChg>
        <pc:spChg chg="add del mod">
          <ac:chgData name="Lakshmi Krishnan" userId="7ce111160f810344" providerId="LiveId" clId="{E638AC21-01E3-4810-9ADE-3C447D258A4B}" dt="2024-09-07T13:53:42.954" v="7" actId="931"/>
          <ac:spMkLst>
            <pc:docMk/>
            <pc:sldMk cId="4223125420" sldId="264"/>
            <ac:spMk id="4" creationId="{3623E709-F286-C0C9-3658-3A6353C4BEAA}"/>
          </ac:spMkLst>
        </pc:spChg>
        <pc:spChg chg="add del mod">
          <ac:chgData name="Lakshmi Krishnan" userId="7ce111160f810344" providerId="LiveId" clId="{E638AC21-01E3-4810-9ADE-3C447D258A4B}" dt="2024-09-07T13:54:20.243" v="17" actId="478"/>
          <ac:spMkLst>
            <pc:docMk/>
            <pc:sldMk cId="4223125420" sldId="264"/>
            <ac:spMk id="7" creationId="{D4D4F105-3212-0C58-5302-D284D6E4598B}"/>
          </ac:spMkLst>
        </pc:spChg>
        <pc:picChg chg="del">
          <ac:chgData name="Lakshmi Krishnan" userId="7ce111160f810344" providerId="LiveId" clId="{E638AC21-01E3-4810-9ADE-3C447D258A4B}" dt="2024-09-07T13:53:17.239" v="3" actId="478"/>
          <ac:picMkLst>
            <pc:docMk/>
            <pc:sldMk cId="4223125420" sldId="264"/>
            <ac:picMk id="6" creationId="{9927DAD1-7AA4-6F03-2DBE-49BF2C68AD5E}"/>
          </ac:picMkLst>
        </pc:picChg>
        <pc:picChg chg="del">
          <ac:chgData name="Lakshmi Krishnan" userId="7ce111160f810344" providerId="LiveId" clId="{E638AC21-01E3-4810-9ADE-3C447D258A4B}" dt="2024-09-07T13:53:21.596" v="4" actId="478"/>
          <ac:picMkLst>
            <pc:docMk/>
            <pc:sldMk cId="4223125420" sldId="264"/>
            <ac:picMk id="8" creationId="{C5244641-9E94-7968-7C20-BDD0876E1458}"/>
          </ac:picMkLst>
        </pc:picChg>
        <pc:picChg chg="del">
          <ac:chgData name="Lakshmi Krishnan" userId="7ce111160f810344" providerId="LiveId" clId="{E638AC21-01E3-4810-9ADE-3C447D258A4B}" dt="2024-09-07T13:53:22.607" v="5" actId="478"/>
          <ac:picMkLst>
            <pc:docMk/>
            <pc:sldMk cId="4223125420" sldId="264"/>
            <ac:picMk id="10" creationId="{DF87FB1A-BB5C-ECB4-8BEB-88BF2D94F83D}"/>
          </ac:picMkLst>
        </pc:picChg>
        <pc:picChg chg="add mod">
          <ac:chgData name="Lakshmi Krishnan" userId="7ce111160f810344" providerId="LiveId" clId="{E638AC21-01E3-4810-9ADE-3C447D258A4B}" dt="2024-09-07T13:54:46.254" v="19" actId="1076"/>
          <ac:picMkLst>
            <pc:docMk/>
            <pc:sldMk cId="4223125420" sldId="264"/>
            <ac:picMk id="11" creationId="{7D766A4D-0F2F-A50E-257F-FBF92F9965EC}"/>
          </ac:picMkLst>
        </pc:picChg>
        <pc:picChg chg="del">
          <ac:chgData name="Lakshmi Krishnan" userId="7ce111160f810344" providerId="LiveId" clId="{E638AC21-01E3-4810-9ADE-3C447D258A4B}" dt="2024-09-07T13:53:24.289" v="6" actId="478"/>
          <ac:picMkLst>
            <pc:docMk/>
            <pc:sldMk cId="4223125420" sldId="264"/>
            <ac:picMk id="12" creationId="{1339E420-7EF3-F6D7-DD18-D3612A1AA158}"/>
          </ac:picMkLst>
        </pc:picChg>
      </pc:sldChg>
      <pc:sldChg chg="new del">
        <pc:chgData name="Lakshmi Krishnan" userId="7ce111160f810344" providerId="LiveId" clId="{E638AC21-01E3-4810-9ADE-3C447D258A4B}" dt="2024-09-07T13:30:32.279" v="2" actId="2696"/>
        <pc:sldMkLst>
          <pc:docMk/>
          <pc:sldMk cId="824845146" sldId="266"/>
        </pc:sldMkLst>
      </pc:sldChg>
      <pc:sldChg chg="addSp delSp modSp new mod modClrScheme chgLayout">
        <pc:chgData name="Lakshmi Krishnan" userId="7ce111160f810344" providerId="LiveId" clId="{E638AC21-01E3-4810-9ADE-3C447D258A4B}" dt="2024-09-07T13:57:31.854" v="53" actId="14100"/>
        <pc:sldMkLst>
          <pc:docMk/>
          <pc:sldMk cId="2487132087" sldId="266"/>
        </pc:sldMkLst>
        <pc:spChg chg="add del mod">
          <ac:chgData name="Lakshmi Krishnan" userId="7ce111160f810344" providerId="LiveId" clId="{E638AC21-01E3-4810-9ADE-3C447D258A4B}" dt="2024-09-07T13:55:25.489" v="28" actId="478"/>
          <ac:spMkLst>
            <pc:docMk/>
            <pc:sldMk cId="2487132087" sldId="266"/>
            <ac:spMk id="2" creationId="{16369EB7-71A8-4780-C2A2-09216896783B}"/>
          </ac:spMkLst>
        </pc:spChg>
        <pc:spChg chg="add del mod">
          <ac:chgData name="Lakshmi Krishnan" userId="7ce111160f810344" providerId="LiveId" clId="{E638AC21-01E3-4810-9ADE-3C447D258A4B}" dt="2024-09-07T13:55:07.572" v="21" actId="931"/>
          <ac:spMkLst>
            <pc:docMk/>
            <pc:sldMk cId="2487132087" sldId="266"/>
            <ac:spMk id="3" creationId="{0B26E71F-ED9B-8AF1-3EE2-8166252E8707}"/>
          </ac:spMkLst>
        </pc:spChg>
        <pc:spChg chg="add del mod">
          <ac:chgData name="Lakshmi Krishnan" userId="7ce111160f810344" providerId="LiveId" clId="{E638AC21-01E3-4810-9ADE-3C447D258A4B}" dt="2024-09-07T13:57:25.216" v="48" actId="931"/>
          <ac:spMkLst>
            <pc:docMk/>
            <pc:sldMk cId="2487132087" sldId="266"/>
            <ac:spMk id="7" creationId="{AB89D593-DA16-3C98-7B29-FB40644AD87E}"/>
          </ac:spMkLst>
        </pc:spChg>
        <pc:picChg chg="add del mod">
          <ac:chgData name="Lakshmi Krishnan" userId="7ce111160f810344" providerId="LiveId" clId="{E638AC21-01E3-4810-9ADE-3C447D258A4B}" dt="2024-09-07T13:57:20.879" v="47" actId="478"/>
          <ac:picMkLst>
            <pc:docMk/>
            <pc:sldMk cId="2487132087" sldId="266"/>
            <ac:picMk id="5" creationId="{3A37D0E1-9D31-E22C-C050-3164198D7CAF}"/>
          </ac:picMkLst>
        </pc:picChg>
        <pc:picChg chg="add mod">
          <ac:chgData name="Lakshmi Krishnan" userId="7ce111160f810344" providerId="LiveId" clId="{E638AC21-01E3-4810-9ADE-3C447D258A4B}" dt="2024-09-07T13:57:31.854" v="53" actId="14100"/>
          <ac:picMkLst>
            <pc:docMk/>
            <pc:sldMk cId="2487132087" sldId="266"/>
            <ac:picMk id="9" creationId="{00CC0D09-6BAE-5330-B2C8-D7E9ABC940A1}"/>
          </ac:picMkLst>
        </pc:picChg>
      </pc:sldChg>
      <pc:sldChg chg="addSp delSp modSp new mod">
        <pc:chgData name="Lakshmi Krishnan" userId="7ce111160f810344" providerId="LiveId" clId="{E638AC21-01E3-4810-9ADE-3C447D258A4B}" dt="2024-09-07T13:55:52.173" v="37" actId="14100"/>
        <pc:sldMkLst>
          <pc:docMk/>
          <pc:sldMk cId="2661980143" sldId="267"/>
        </pc:sldMkLst>
        <pc:spChg chg="del">
          <ac:chgData name="Lakshmi Krishnan" userId="7ce111160f810344" providerId="LiveId" clId="{E638AC21-01E3-4810-9ADE-3C447D258A4B}" dt="2024-09-07T13:55:36.533" v="30" actId="478"/>
          <ac:spMkLst>
            <pc:docMk/>
            <pc:sldMk cId="2661980143" sldId="267"/>
            <ac:spMk id="2" creationId="{D3E2B7AE-DC97-DB58-366A-20EACC104D01}"/>
          </ac:spMkLst>
        </pc:spChg>
        <pc:spChg chg="del">
          <ac:chgData name="Lakshmi Krishnan" userId="7ce111160f810344" providerId="LiveId" clId="{E638AC21-01E3-4810-9ADE-3C447D258A4B}" dt="2024-09-07T13:55:41.205" v="31" actId="931"/>
          <ac:spMkLst>
            <pc:docMk/>
            <pc:sldMk cId="2661980143" sldId="267"/>
            <ac:spMk id="3" creationId="{7AE645BF-EDCD-D1B7-AE6C-5F7261ADC225}"/>
          </ac:spMkLst>
        </pc:spChg>
        <pc:picChg chg="add mod">
          <ac:chgData name="Lakshmi Krishnan" userId="7ce111160f810344" providerId="LiveId" clId="{E638AC21-01E3-4810-9ADE-3C447D258A4B}" dt="2024-09-07T13:55:52.173" v="37" actId="14100"/>
          <ac:picMkLst>
            <pc:docMk/>
            <pc:sldMk cId="2661980143" sldId="267"/>
            <ac:picMk id="5" creationId="{5B65ADA5-95D4-9CF6-853D-FD3E5884B3E4}"/>
          </ac:picMkLst>
        </pc:picChg>
      </pc:sldChg>
      <pc:sldChg chg="addSp delSp modSp new mod">
        <pc:chgData name="Lakshmi Krishnan" userId="7ce111160f810344" providerId="LiveId" clId="{E638AC21-01E3-4810-9ADE-3C447D258A4B}" dt="2024-09-07T13:56:19.397" v="46" actId="14100"/>
        <pc:sldMkLst>
          <pc:docMk/>
          <pc:sldMk cId="2915850351" sldId="268"/>
        </pc:sldMkLst>
        <pc:spChg chg="del">
          <ac:chgData name="Lakshmi Krishnan" userId="7ce111160f810344" providerId="LiveId" clId="{E638AC21-01E3-4810-9ADE-3C447D258A4B}" dt="2024-09-07T13:56:03.900" v="39" actId="478"/>
          <ac:spMkLst>
            <pc:docMk/>
            <pc:sldMk cId="2915850351" sldId="268"/>
            <ac:spMk id="2" creationId="{47C08B42-C727-0AF0-934B-7B73C2AFDAF6}"/>
          </ac:spMkLst>
        </pc:spChg>
        <pc:spChg chg="del">
          <ac:chgData name="Lakshmi Krishnan" userId="7ce111160f810344" providerId="LiveId" clId="{E638AC21-01E3-4810-9ADE-3C447D258A4B}" dt="2024-09-07T13:56:09.269" v="40" actId="931"/>
          <ac:spMkLst>
            <pc:docMk/>
            <pc:sldMk cId="2915850351" sldId="268"/>
            <ac:spMk id="3" creationId="{FA460417-4CA5-7D0B-FA20-B5C45711D265}"/>
          </ac:spMkLst>
        </pc:spChg>
        <pc:picChg chg="add mod">
          <ac:chgData name="Lakshmi Krishnan" userId="7ce111160f810344" providerId="LiveId" clId="{E638AC21-01E3-4810-9ADE-3C447D258A4B}" dt="2024-09-07T13:56:19.397" v="46" actId="14100"/>
          <ac:picMkLst>
            <pc:docMk/>
            <pc:sldMk cId="2915850351" sldId="268"/>
            <ac:picMk id="5" creationId="{E1EB7D69-1FC1-B230-0790-BC9B1C0D50F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587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72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9374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353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86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311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2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86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8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270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9888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84307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4359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839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2078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3947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1EA23-D6B0-4FD0-A19F-ABC7F1B89386}" type="datetimeFigureOut">
              <a:rPr lang="en-CA" smtClean="0"/>
              <a:t>2024-09-07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657E18-E00B-48CC-9794-1B0B96C268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526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  <p:sldLayoutId id="2147483784" r:id="rId12"/>
    <p:sldLayoutId id="2147483785" r:id="rId13"/>
    <p:sldLayoutId id="2147483786" r:id="rId14"/>
    <p:sldLayoutId id="2147483787" r:id="rId15"/>
    <p:sldLayoutId id="21474837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A4261-BA72-414C-CBF5-9D96C1E8E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Home Loan default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13EBB-4DB9-C751-EEF4-07524602C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733149"/>
          </a:xfrm>
        </p:spPr>
        <p:txBody>
          <a:bodyPr>
            <a:normAutofit fontScale="85000" lnSpcReduction="10000"/>
          </a:bodyPr>
          <a:lstStyle/>
          <a:p>
            <a:r>
              <a:rPr lang="en-CA" sz="3600" dirty="0"/>
              <a:t>Sprint 3</a:t>
            </a:r>
          </a:p>
          <a:p>
            <a:endParaRPr lang="en-CA" sz="3600" dirty="0"/>
          </a:p>
          <a:p>
            <a:r>
              <a:rPr lang="en-CA" sz="3600" dirty="0"/>
              <a:t>								Lakshmi Anantha Krishnan</a:t>
            </a:r>
          </a:p>
        </p:txBody>
      </p:sp>
    </p:spTree>
    <p:extLst>
      <p:ext uri="{BB962C8B-B14F-4D97-AF65-F5344CB8AC3E}">
        <p14:creationId xmlns:p14="http://schemas.microsoft.com/office/powerpoint/2010/main" val="2472442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7649-F350-DB41-3CDB-22D9DB9C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33CA7-B87A-861B-7C5F-D2A518725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66850"/>
            <a:ext cx="8915400" cy="44443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How might we</a:t>
            </a:r>
            <a:r>
              <a:rPr lang="en-US" dirty="0"/>
              <a:t> use machine learning to predict home loan defaults </a:t>
            </a:r>
            <a:r>
              <a:rPr lang="en-US" b="1" dirty="0"/>
              <a:t>such that we can</a:t>
            </a:r>
            <a:r>
              <a:rPr lang="en-US" dirty="0"/>
              <a:t> reduce financial losses and improve loan management?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000" b="1" dirty="0"/>
              <a:t>Proposed Solution: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Develop machine learning models to predict home loan defaults. </a:t>
            </a:r>
          </a:p>
          <a:p>
            <a:pPr marL="0" indent="0">
              <a:buNone/>
            </a:pPr>
            <a:r>
              <a:rPr lang="en-US" sz="2000" dirty="0"/>
              <a:t>    Use advanced techniques to improve model accuracy and reliability.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Potential Impact:</a:t>
            </a: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dirty="0"/>
              <a:t>    Reduced financial losses for lenders. </a:t>
            </a:r>
          </a:p>
          <a:p>
            <a:pPr marL="0" indent="0">
              <a:buNone/>
            </a:pPr>
            <a:r>
              <a:rPr lang="en-US" sz="2000" dirty="0"/>
              <a:t>    Better loan management and decision-making processes.       </a:t>
            </a:r>
          </a:p>
          <a:p>
            <a:pPr marL="0" indent="0">
              <a:buNone/>
            </a:pPr>
            <a:r>
              <a:rPr lang="en-US" sz="2000" dirty="0"/>
              <a:t>    Improved financial stability and customer satisfaction.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8469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7D55-6A7F-2E63-FB82-CDEC779BA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490" y="3880010"/>
            <a:ext cx="10113264" cy="822960"/>
          </a:xfrm>
        </p:spPr>
        <p:txBody>
          <a:bodyPr/>
          <a:lstStyle/>
          <a:p>
            <a:pPr algn="ctr"/>
            <a:r>
              <a:rPr lang="en-CA" dirty="0"/>
              <a:t>Dataset and Preprocessing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3DC2E380-F56F-58B7-3160-C54BBBC5242A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49" b="-2049"/>
          <a:stretch/>
        </p:blipFill>
        <p:spPr bwMode="auto">
          <a:xfrm>
            <a:off x="1191490" y="-121919"/>
            <a:ext cx="961505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4F82C-C3A4-A800-DD1F-0BE7289AC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9748" y="4702970"/>
            <a:ext cx="10923588" cy="1902142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7200" dirty="0"/>
              <a:t>Dataset Shape: (184506, 122)                 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7200" dirty="0"/>
              <a:t>Deleted more than 20% of NULL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The total number of rows dropped is 64306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The percentage of rows dropped is 34.85%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Backward Filling method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7200" dirty="0"/>
              <a:t>Forward Filling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7200" dirty="0"/>
          </a:p>
        </p:txBody>
      </p:sp>
    </p:spTree>
    <p:extLst>
      <p:ext uri="{BB962C8B-B14F-4D97-AF65-F5344CB8AC3E}">
        <p14:creationId xmlns:p14="http://schemas.microsoft.com/office/powerpoint/2010/main" val="2850191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32248-2ECB-C01F-FAA1-CDBB69C4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Key Findings from EDA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1966BA-67CD-42A6-6377-837A4CEF95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013" y="1627993"/>
            <a:ext cx="5764212" cy="4233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AFB77-9D79-B242-1453-F0CF0153F4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7388" y="1598613"/>
            <a:ext cx="5407024" cy="426243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Imbalanced Dataset – Target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0    91.314867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1     8.685133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Negative correlations with Gender and Own car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Positive correlations with price of home and amount of loan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Over 10 variables with P-values </a:t>
            </a:r>
            <a:r>
              <a:rPr lang="en-CA" sz="1600"/>
              <a:t>over 0.05 </a:t>
            </a:r>
            <a:endParaRPr lang="en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10 </a:t>
            </a:r>
            <a:r>
              <a:rPr lang="en-CA" sz="1800" dirty="0"/>
              <a:t>Object</a:t>
            </a:r>
            <a:r>
              <a:rPr lang="en-CA" sz="1600" dirty="0"/>
              <a:t> variables were converted to numerical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Severe Multicollinearity issues – Deleted all those variables that had severe multicollinearity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Final Dataset Shape: (151249, 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671BE2F-19A1-14CA-F8F1-1CF1B9BD1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151249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85643A-5F60-4858-415C-64563CAFD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151249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70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5AB8-AFB6-B371-289B-7F37EDCAF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782" y="-6501"/>
            <a:ext cx="9720072" cy="1499616"/>
          </a:xfrm>
        </p:spPr>
        <p:txBody>
          <a:bodyPr/>
          <a:lstStyle/>
          <a:p>
            <a:pPr algn="ctr"/>
            <a:r>
              <a:rPr lang="en-CA" dirty="0"/>
              <a:t>Baseline Models and Evaluation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154C5F-8832-B880-7A03-BB0205834E8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46833" y="743307"/>
            <a:ext cx="5915891" cy="288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385F1-40A1-8A68-D9C8-B7B022ECA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92636" y="838201"/>
            <a:ext cx="5181600" cy="5654674"/>
          </a:xfrm>
        </p:spPr>
        <p:txBody>
          <a:bodyPr>
            <a:normAutofit/>
          </a:bodyPr>
          <a:lstStyle/>
          <a:p>
            <a:r>
              <a:rPr lang="en-US" sz="1600" b="1" dirty="0"/>
              <a:t>Models Evaluated(With SMOTE </a:t>
            </a:r>
            <a:r>
              <a:rPr lang="en-US" sz="1600" b="1"/>
              <a:t>and without):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Decision Tree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XGBoost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Gradient Boosting</a:t>
            </a:r>
          </a:p>
          <a:p>
            <a:r>
              <a:rPr lang="en-US" sz="1600" b="1" dirty="0"/>
              <a:t>Evaluation Metrics: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Precision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F1 Score</a:t>
            </a:r>
          </a:p>
          <a:p>
            <a:pPr marL="0" indent="0">
              <a:buNone/>
            </a:pPr>
            <a:r>
              <a:rPr lang="en-US" sz="1600" dirty="0"/>
              <a:t>Best out of the 6 models were SVM and XGBoost with similar Recall and Precision</a:t>
            </a:r>
            <a:endParaRPr lang="en-US" dirty="0"/>
          </a:p>
          <a:p>
            <a:endParaRPr lang="en-CA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94641A7-3124-106A-4834-BD38F598FE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65" y="3780344"/>
            <a:ext cx="6269287" cy="2992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104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0FB0-65BF-1A2E-0A06-1F2DA24E6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081"/>
            <a:ext cx="10515600" cy="854075"/>
          </a:xfrm>
        </p:spPr>
        <p:txBody>
          <a:bodyPr/>
          <a:lstStyle/>
          <a:p>
            <a:r>
              <a:rPr lang="en-US" dirty="0"/>
              <a:t>Hyper tuning Models using Ensemble methods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6BB85-6F5F-C24D-DC13-E912F2C96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00272" y="1954772"/>
            <a:ext cx="4313864" cy="3777622"/>
          </a:xfrm>
        </p:spPr>
        <p:txBody>
          <a:bodyPr>
            <a:normAutofit fontScale="47500" lnSpcReduction="2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Ensemble methods – Balanced Bagging Classifier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Logistic Regression, Decision Tree, Random Forest, </a:t>
            </a:r>
            <a:r>
              <a:rPr kumimoji="0" lang="en-US" altLang="en-US" sz="3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Xgboost</a:t>
            </a: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Gradient Boosting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Gradient Boosting was one of the best among all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 best is Logistic Regression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</a:rPr>
              <a:t>    </a:t>
            </a:r>
            <a:endParaRPr lang="en-CA" dirty="0"/>
          </a:p>
        </p:txBody>
      </p:sp>
      <p:pic>
        <p:nvPicPr>
          <p:cNvPr id="14" name="Content Placeholder 13" descr="A graph of a number of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5509C9BD-6029-07A6-C7B1-B84BF9C05F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9" y="713232"/>
            <a:ext cx="5786882" cy="2843784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F4077FD-374A-0E9B-2BBE-895BC13AF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50" y="3579663"/>
            <a:ext cx="5786882" cy="315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558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DBAC-3152-F5F0-187E-0E1647982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AUC Curve</a:t>
            </a:r>
            <a:endParaRPr lang="en-CA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0EE57E7-8DF9-48C7-A04D-B14DEB900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1619" y="1699486"/>
            <a:ext cx="4645555" cy="431634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46D84-C484-FABD-A279-D235AA21E00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610804" y="1753392"/>
            <a:ext cx="3505199" cy="4262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apple-system"/>
              </a:rPr>
              <a:t>Logistic Regression, AUC - 0.724 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50976D-E33C-40C6-23B3-CF461AB14014}"/>
              </a:ext>
            </a:extLst>
          </p:cNvPr>
          <p:cNvSpPr txBox="1"/>
          <p:nvPr/>
        </p:nvSpPr>
        <p:spPr>
          <a:xfrm>
            <a:off x="955410" y="2860773"/>
            <a:ext cx="56191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Logistic Regression, AUC - 0.724 :</a:t>
            </a:r>
          </a:p>
          <a:p>
            <a:r>
              <a:rPr lang="en-CA" dirty="0"/>
              <a:t>Decision Tree, AUC – 0.715</a:t>
            </a:r>
          </a:p>
          <a:p>
            <a:r>
              <a:rPr lang="en-CA" dirty="0"/>
              <a:t>Random Forest, AUC – 0.723</a:t>
            </a:r>
          </a:p>
          <a:p>
            <a:r>
              <a:rPr lang="en-CA" dirty="0" err="1"/>
              <a:t>XGBoost</a:t>
            </a:r>
            <a:r>
              <a:rPr lang="en-CA" dirty="0"/>
              <a:t>, AUC – 0.717</a:t>
            </a:r>
          </a:p>
          <a:p>
            <a:r>
              <a:rPr lang="en-CA" dirty="0"/>
              <a:t>Gradient Boosting, AUC – 0.728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2AE01F60-43D2-B90A-B2B7-7D02BB9C8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apple-system"/>
              </a:rPr>
              <a:t>Logistic Regression, AUC - 0.724 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942E4116-4371-B89B-5CA6-FBC7CBED6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sng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-apple-system"/>
              </a:rPr>
              <a:t>Logistic Regression, AUC - 0.724 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226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95063-6152-7B7B-7ABA-2CAA4636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Web App</a:t>
            </a:r>
            <a:endParaRPr lang="en-CA" dirty="0"/>
          </a:p>
        </p:txBody>
      </p:sp>
      <p:pic>
        <p:nvPicPr>
          <p:cNvPr id="11" name="Content Placeholder 10" descr="A screenshot of a computer">
            <a:extLst>
              <a:ext uri="{FF2B5EF4-FFF2-40B4-BE49-F238E27FC236}">
                <a16:creationId xmlns:a16="http://schemas.microsoft.com/office/drawing/2014/main" id="{7D766A4D-0F2F-A50E-257F-FBF92F9965E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211" y="1462737"/>
            <a:ext cx="10058400" cy="4965495"/>
          </a:xfrm>
        </p:spPr>
      </p:pic>
    </p:spTree>
    <p:extLst>
      <p:ext uri="{BB962C8B-B14F-4D97-AF65-F5344CB8AC3E}">
        <p14:creationId xmlns:p14="http://schemas.microsoft.com/office/powerpoint/2010/main" val="422312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00CC0D09-6BAE-5330-B2C8-D7E9ABC94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9" y="1536192"/>
            <a:ext cx="9980078" cy="4754880"/>
          </a:xfrm>
        </p:spPr>
      </p:pic>
    </p:spTree>
    <p:extLst>
      <p:ext uri="{BB962C8B-B14F-4D97-AF65-F5344CB8AC3E}">
        <p14:creationId xmlns:p14="http://schemas.microsoft.com/office/powerpoint/2010/main" val="248713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5B65ADA5-95D4-9CF6-853D-FD3E5884B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976" y="932688"/>
            <a:ext cx="10588752" cy="5495544"/>
          </a:xfrm>
        </p:spPr>
      </p:pic>
    </p:spTree>
    <p:extLst>
      <p:ext uri="{BB962C8B-B14F-4D97-AF65-F5344CB8AC3E}">
        <p14:creationId xmlns:p14="http://schemas.microsoft.com/office/powerpoint/2010/main" val="266198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1EB7D69-1FC1-B230-0790-BC9B1C0D5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" y="1261872"/>
            <a:ext cx="10259568" cy="5093208"/>
          </a:xfrm>
        </p:spPr>
      </p:pic>
    </p:spTree>
    <p:extLst>
      <p:ext uri="{BB962C8B-B14F-4D97-AF65-F5344CB8AC3E}">
        <p14:creationId xmlns:p14="http://schemas.microsoft.com/office/powerpoint/2010/main" val="291585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12BE5-81A1-CE12-A985-CB0C8E7C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8604" y="2699798"/>
            <a:ext cx="8911687" cy="1280890"/>
          </a:xfrm>
        </p:spPr>
        <p:txBody>
          <a:bodyPr/>
          <a:lstStyle/>
          <a:p>
            <a:pPr algn="ctr"/>
            <a:r>
              <a:rPr lang="en-CA" dirty="0"/>
              <a:t>Thank you </a:t>
            </a:r>
            <a:r>
              <a:rPr lang="en-CA" dirty="0">
                <a:sym typeface="Wingdings" panose="05000000000000000000" pitchFamily="2" charset="2"/>
              </a:rPr>
              <a:t>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718750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249</TotalTime>
  <Words>351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-apple-system</vt:lpstr>
      <vt:lpstr>Arial</vt:lpstr>
      <vt:lpstr>Century Gothic</vt:lpstr>
      <vt:lpstr>var(--jp-code-font-family)</vt:lpstr>
      <vt:lpstr>Wingdings</vt:lpstr>
      <vt:lpstr>Wingdings 3</vt:lpstr>
      <vt:lpstr>Wisp</vt:lpstr>
      <vt:lpstr>Home Loan default Prediction</vt:lpstr>
      <vt:lpstr>Problem Statement</vt:lpstr>
      <vt:lpstr>Dataset and Preprocessing</vt:lpstr>
      <vt:lpstr>Key Findings from EDA</vt:lpstr>
      <vt:lpstr>Baseline Models and Evaluation</vt:lpstr>
      <vt:lpstr>Hyper tuning Models using Ensemble methods</vt:lpstr>
      <vt:lpstr>ROC AUC Curve</vt:lpstr>
      <vt:lpstr>Web App</vt:lpstr>
      <vt:lpstr>PowerPoint Presentation</vt:lpstr>
      <vt:lpstr>PowerPoint Presentation</vt:lpstr>
      <vt:lpstr>PowerPoint Presentation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Krishnan</dc:creator>
  <cp:lastModifiedBy>Lakshmi Krishnan</cp:lastModifiedBy>
  <cp:revision>2</cp:revision>
  <dcterms:created xsi:type="dcterms:W3CDTF">2024-07-27T01:37:01Z</dcterms:created>
  <dcterms:modified xsi:type="dcterms:W3CDTF">2024-09-07T14:02:30Z</dcterms:modified>
</cp:coreProperties>
</file>